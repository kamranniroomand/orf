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A6954-AEB9-8B34-83A4-773F53765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3E360F-6153-3D41-3039-AD8B77421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BE52F-FA42-FE68-BC9D-5C92804F7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DD29-27DB-4128-BAFB-6BE3C49E216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E7015-8F7C-B2D7-970D-5BB6C817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0E091-710C-8AF5-30A9-13C121BC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B0A8-0829-4DBB-B5F0-87CB1747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966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78A7-65A0-8183-8700-4D722FC0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B259C-903D-EF5B-649A-EA5F3951D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8E8D5D-EC7A-6C4B-C1E7-7AA6D731F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DD29-27DB-4128-BAFB-6BE3C49E216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2EB56-FF83-175B-BB77-558EFF552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32DD2-C068-1214-8DA3-3AFDA59B7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B0A8-0829-4DBB-B5F0-87CB1747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37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732C2-064E-8964-803C-A8D261FB8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F87AB-E56D-5A76-B7D4-3013C6D2B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92A65-9FEB-FD1B-FEB1-AA9BBF347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DD29-27DB-4128-BAFB-6BE3C49E216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5701F-7D60-A1E4-476D-46033A57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967C5-83CC-1ACF-BDE3-7DCD156F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B0A8-0829-4DBB-B5F0-87CB1747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68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126D4-C0D5-1A47-ED0F-CB3C269BB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1B496-C0D8-293C-893C-7AEF707AF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AD735-78AB-17C1-C6B7-766C9F08E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4AA04-F669-8157-D033-114E19C3D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DD29-27DB-4128-BAFB-6BE3C49E216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2068-D799-47F9-A343-4601D976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59447-84BC-EDDA-EF89-99FA31008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B0A8-0829-4DBB-B5F0-87CB1747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69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1B03C-4664-11DA-DE2C-E9B63698D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D1474-82A9-87BC-7090-3D84DD043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0BBDD-5441-5796-5DAC-C665476A3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57A739-CCCE-46BE-3E31-F04FE2948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BC5173-CE35-4F11-BBE6-C9AA18C73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D6DDA0-0A67-9FAB-B740-D3772C079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DD29-27DB-4128-BAFB-6BE3C49E216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F728F-AF4E-2DA7-8199-339F8A318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295D2D-9F97-8BEB-FCCC-13BFDFDC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B0A8-0829-4DBB-B5F0-87CB1747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27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6EA3D-1B4C-33EA-C7D7-CCD4B66D9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C127BD-16A1-B223-B298-17AC3C913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DD29-27DB-4128-BAFB-6BE3C49E216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C85BB-97E6-FABE-332C-51E81F30A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83C64-35B0-06A4-EC22-128ECB1DC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B0A8-0829-4DBB-B5F0-87CB1747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12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027616-583F-7C35-827D-D937F09E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DD29-27DB-4128-BAFB-6BE3C49E216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23CBD9-8952-99FF-4B0B-DB526144C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47CF3-6293-1DE4-0EAE-69C6D149B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B0A8-0829-4DBB-B5F0-87CB1747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2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CD590-8727-1822-9F74-7FC2132F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AFB07-1DBC-1034-E2E7-E2E427187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7AAB0-A761-84ED-9D19-12DD568E8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0769-8B6B-EBB8-3211-2017D3238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DD29-27DB-4128-BAFB-6BE3C49E216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A2956-ADF2-FF8E-5EAD-E82C54BC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F0CC5-1477-ED67-7AC5-59B9C1A3A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B0A8-0829-4DBB-B5F0-87CB1747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20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78182-D24D-266D-E74A-E8D5768EF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6122B3-7615-FE01-222A-49346B9783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C38EC-CDF3-3F6C-0C9B-48F78E3CA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087EF3-85DE-A432-045E-22C358EA8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DD29-27DB-4128-BAFB-6BE3C49E216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11F71-E20C-1BE5-121A-4C53FFF1A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D0932-AD83-AB5C-9FB2-CAE684C9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B0A8-0829-4DBB-B5F0-87CB1747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5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AC6FF-2510-5BE4-C326-1557FCC2B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6F0DB-2B3A-32B4-C2BA-8F24375F4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FFF7C-3847-5744-A0B9-424A7833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DD29-27DB-4128-BAFB-6BE3C49E216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DA3F6-8500-2698-709F-E853078C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98A6E-DB80-B572-D39F-0067F29D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B0A8-0829-4DBB-B5F0-87CB1747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120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C34FF5-041F-AE6A-DFFB-E7FF8FD994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DB39F-1A3B-2EA2-BA28-192CF02DE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E7D7F-6345-CE8D-A7BC-BC78C5C77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2DD29-27DB-4128-BAFB-6BE3C49E216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56E34-F5A7-E2F4-B4CE-854DC46BF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D5D8C-E1BF-5241-D680-E789137A7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B0A8-0829-4DBB-B5F0-87CB1747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34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C700B0-0B36-735A-6694-6D1B0CC1C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6B65F-FC50-779E-630F-4C8841D4B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94FDD-E26A-2D68-88F8-5A9DF40D1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62DD29-27DB-4128-BAFB-6BE3C49E2161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6251D-9CF5-A9AB-EFE1-0600D57A0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B2992-BC25-6375-071E-A0EDF2F26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5BB0A8-0829-4DBB-B5F0-87CB17472E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980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B3CEA-8132-A050-7C61-67172B68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STEP: EASY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9CCA-3366-117B-C843-B2EFA8663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testing 2-back</a:t>
            </a:r>
          </a:p>
          <a:p>
            <a:r>
              <a:rPr lang="en-US" dirty="0"/>
              <a:t>When ready press space, or enter, or right arrow key</a:t>
            </a:r>
          </a:p>
          <a:p>
            <a:r>
              <a:rPr lang="en-US" dirty="0"/>
              <a:t>KEEP WATING TO LOAD</a:t>
            </a:r>
          </a:p>
        </p:txBody>
      </p:sp>
    </p:spTree>
    <p:extLst>
      <p:ext uri="{BB962C8B-B14F-4D97-AF65-F5344CB8AC3E}">
        <p14:creationId xmlns:p14="http://schemas.microsoft.com/office/powerpoint/2010/main" val="8628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E5980-BDE9-9616-3671-5218B9314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85AEB-A4E1-7AB9-ECED-16F7925D9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STEP: HARD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663CF-0684-0267-112A-D3A5BBA988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testing 3-back</a:t>
            </a:r>
          </a:p>
          <a:p>
            <a:r>
              <a:rPr lang="en-US" dirty="0"/>
              <a:t>When ready press space, or enter, or right arrow key</a:t>
            </a:r>
          </a:p>
          <a:p>
            <a:r>
              <a:rPr lang="en-US" dirty="0"/>
              <a:t>KEEP WATING TO LOAD</a:t>
            </a:r>
          </a:p>
        </p:txBody>
      </p:sp>
    </p:spTree>
    <p:extLst>
      <p:ext uri="{BB962C8B-B14F-4D97-AF65-F5344CB8AC3E}">
        <p14:creationId xmlns:p14="http://schemas.microsoft.com/office/powerpoint/2010/main" val="4036405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0357E-FAEC-67AB-83AC-7C5FA0F5F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C2344-1994-57A2-A070-1789FF95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STEP: VERY HARD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7A580-9393-9020-0BFC-505F9CFF8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testing 4-back</a:t>
            </a:r>
          </a:p>
          <a:p>
            <a:r>
              <a:rPr lang="en-US" dirty="0"/>
              <a:t>When ready press space, or enter, or right arrow key,</a:t>
            </a:r>
          </a:p>
          <a:p>
            <a:r>
              <a:rPr lang="en-US" dirty="0"/>
              <a:t>KEEP WATING TO LOAD</a:t>
            </a:r>
          </a:p>
        </p:txBody>
      </p:sp>
    </p:spTree>
    <p:extLst>
      <p:ext uri="{BB962C8B-B14F-4D97-AF65-F5344CB8AC3E}">
        <p14:creationId xmlns:p14="http://schemas.microsoft.com/office/powerpoint/2010/main" val="2884362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STEP: EASY</vt:lpstr>
      <vt:lpstr>STEP: HARD</vt:lpstr>
      <vt:lpstr>STEP: VERY HARD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sfr</dc:creator>
  <cp:lastModifiedBy>sfr</cp:lastModifiedBy>
  <cp:revision>2</cp:revision>
  <dcterms:created xsi:type="dcterms:W3CDTF">2026-07-06T00:34:30Z</dcterms:created>
  <dcterms:modified xsi:type="dcterms:W3CDTF">2026-07-06T00:39:05Z</dcterms:modified>
</cp:coreProperties>
</file>